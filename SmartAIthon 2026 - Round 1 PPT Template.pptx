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jPkTkAWNH5fpuO7/th7ky6I5BZ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0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0" y="1278400"/>
            <a:ext cx="85206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500">
                <a:latin typeface="Times New Roman"/>
                <a:ea typeface="Times New Roman"/>
                <a:cs typeface="Times New Roman"/>
                <a:sym typeface="Times New Roman"/>
              </a:rPr>
              <a:t>&lt;TITLE&gt;</a:t>
            </a:r>
            <a:endParaRPr sz="45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736100"/>
            <a:ext cx="5276700" cy="1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Name: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Leader Name: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Teammates Name: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Name: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475" y="58800"/>
            <a:ext cx="2435905" cy="64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7550" y="58788"/>
            <a:ext cx="1524000" cy="60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0651" y="76342"/>
            <a:ext cx="1524000" cy="631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16075" y="103675"/>
            <a:ext cx="947372" cy="60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0575" y="113850"/>
            <a:ext cx="1524000" cy="593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-5400000">
            <a:off x="4401225" y="-3711450"/>
            <a:ext cx="319075" cy="915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ctrTitle"/>
          </p:nvPr>
        </p:nvSpPr>
        <p:spPr>
          <a:xfrm>
            <a:off x="42950" y="0"/>
            <a:ext cx="50538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PROBLEM  STATEMENT</a:t>
            </a:r>
            <a:endParaRPr sz="2800"/>
          </a:p>
        </p:txBody>
      </p:sp>
      <p:pic>
        <p:nvPicPr>
          <p:cNvPr id="69" name="Google Shape;6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4443663" y="431600"/>
            <a:ext cx="256675" cy="91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412474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 txBox="1"/>
          <p:nvPr>
            <p:ph type="ctrTitle"/>
          </p:nvPr>
        </p:nvSpPr>
        <p:spPr>
          <a:xfrm>
            <a:off x="149350" y="1138600"/>
            <a:ext cx="5053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&lt;PROBLEM  STATEMENT&gt;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ctrTitle"/>
          </p:nvPr>
        </p:nvSpPr>
        <p:spPr>
          <a:xfrm>
            <a:off x="42951" y="79725"/>
            <a:ext cx="314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800"/>
          </a:p>
        </p:txBody>
      </p:sp>
      <p:pic>
        <p:nvPicPr>
          <p:cNvPr id="78" name="Google Shape;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 txBox="1"/>
          <p:nvPr>
            <p:ph type="ctrTitle"/>
          </p:nvPr>
        </p:nvSpPr>
        <p:spPr>
          <a:xfrm>
            <a:off x="119500" y="1122300"/>
            <a:ext cx="86421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&lt;ABSTRACT&gt;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type="ctrTitle"/>
          </p:nvPr>
        </p:nvSpPr>
        <p:spPr>
          <a:xfrm>
            <a:off x="311700" y="1210375"/>
            <a:ext cx="85206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&lt;TECH STACK &gt; </a:t>
            </a:r>
            <a:endParaRPr sz="1400"/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 txBox="1"/>
          <p:nvPr/>
        </p:nvSpPr>
        <p:spPr>
          <a:xfrm>
            <a:off x="111000" y="73325"/>
            <a:ext cx="54804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type="ctrTitle"/>
          </p:nvPr>
        </p:nvSpPr>
        <p:spPr>
          <a:xfrm>
            <a:off x="42950" y="1232850"/>
            <a:ext cx="86421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&lt;EXISTING SOLUTIONS &amp; DRAWBACKS&gt; </a:t>
            </a:r>
            <a:endParaRPr sz="1400"/>
          </a:p>
        </p:txBody>
      </p:sp>
      <p:pic>
        <p:nvPicPr>
          <p:cNvPr id="96" name="Google Shape;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 txBox="1"/>
          <p:nvPr/>
        </p:nvSpPr>
        <p:spPr>
          <a:xfrm>
            <a:off x="41625" y="63425"/>
            <a:ext cx="74922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SOLUTIONS &amp; DRAWBACKS 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ctrTitle"/>
          </p:nvPr>
        </p:nvSpPr>
        <p:spPr>
          <a:xfrm>
            <a:off x="311708" y="12103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&lt;PROPOSED SOLUTION &gt;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SzPts val="5200"/>
              <a:buNone/>
            </a:pPr>
            <a:r>
              <a:t/>
            </a:r>
            <a:endParaRPr sz="1400"/>
          </a:p>
        </p:txBody>
      </p:sp>
      <p:pic>
        <p:nvPicPr>
          <p:cNvPr id="105" name="Google Shape;1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 txBox="1"/>
          <p:nvPr/>
        </p:nvSpPr>
        <p:spPr>
          <a:xfrm>
            <a:off x="71350" y="83250"/>
            <a:ext cx="44100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ctrTitle"/>
          </p:nvPr>
        </p:nvSpPr>
        <p:spPr>
          <a:xfrm>
            <a:off x="311708" y="12103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&lt;ARCHITECTURE / WORKFLOW &gt;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SzPts val="5200"/>
              <a:buNone/>
            </a:pPr>
            <a:r>
              <a:t/>
            </a:r>
            <a:endParaRPr sz="1400"/>
          </a:p>
        </p:txBody>
      </p:sp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 txBox="1"/>
          <p:nvPr/>
        </p:nvSpPr>
        <p:spPr>
          <a:xfrm>
            <a:off x="71350" y="53525"/>
            <a:ext cx="5678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/ WORKFLOW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type="ctrTitle"/>
          </p:nvPr>
        </p:nvSpPr>
        <p:spPr>
          <a:xfrm>
            <a:off x="311708" y="12103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&lt;UNIQUENESS / INNOVATION &gt;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SzPts val="5200"/>
              <a:buNone/>
            </a:pPr>
            <a:r>
              <a:t/>
            </a:r>
            <a:endParaRPr sz="1400"/>
          </a:p>
        </p:txBody>
      </p:sp>
      <p:pic>
        <p:nvPicPr>
          <p:cNvPr id="123" name="Google Shape;1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 txBox="1"/>
          <p:nvPr/>
        </p:nvSpPr>
        <p:spPr>
          <a:xfrm>
            <a:off x="71350" y="53525"/>
            <a:ext cx="5678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UNIQUENESS / INNOVATION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ctrTitle"/>
          </p:nvPr>
        </p:nvSpPr>
        <p:spPr>
          <a:xfrm>
            <a:off x="311708" y="12103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&lt;ADVANTAGES &amp; LIMITATIONS &gt;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SzPts val="5200"/>
              <a:buNone/>
            </a:pPr>
            <a:r>
              <a:t/>
            </a:r>
            <a:endParaRPr sz="1400"/>
          </a:p>
        </p:txBody>
      </p:sp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9"/>
          <p:cNvSpPr txBox="1"/>
          <p:nvPr/>
        </p:nvSpPr>
        <p:spPr>
          <a:xfrm>
            <a:off x="71350" y="53525"/>
            <a:ext cx="5678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&amp; LIMITATIONS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ctrTitle"/>
          </p:nvPr>
        </p:nvSpPr>
        <p:spPr>
          <a:xfrm>
            <a:off x="311695" y="1210375"/>
            <a:ext cx="82362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&lt;CONCLUSION &gt; </a:t>
            </a:r>
            <a:endParaRPr sz="1400"/>
          </a:p>
        </p:txBody>
      </p:sp>
      <p:pic>
        <p:nvPicPr>
          <p:cNvPr id="141" name="Google Shape;1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452250" y="436550"/>
            <a:ext cx="256675" cy="91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0"/>
          <p:cNvSpPr txBox="1"/>
          <p:nvPr/>
        </p:nvSpPr>
        <p:spPr>
          <a:xfrm>
            <a:off x="71350" y="53525"/>
            <a:ext cx="5678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152400" y="1524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ctrTitle"/>
          </p:nvPr>
        </p:nvSpPr>
        <p:spPr>
          <a:xfrm>
            <a:off x="202750" y="1324375"/>
            <a:ext cx="40149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&lt;REFERENCES (Ex: IEEE Papers) &gt;</a:t>
            </a:r>
            <a:r>
              <a:rPr lang="en" sz="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/>
          </a:p>
        </p:txBody>
      </p:sp>
      <p:pic>
        <p:nvPicPr>
          <p:cNvPr id="151" name="Google Shape;1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17650"/>
            <a:ext cx="9144001" cy="2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4447300" y="431600"/>
            <a:ext cx="256675" cy="91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412462" y="-3661887"/>
            <a:ext cx="319075" cy="90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 txBox="1"/>
          <p:nvPr>
            <p:ph type="ctrTitle"/>
          </p:nvPr>
        </p:nvSpPr>
        <p:spPr>
          <a:xfrm>
            <a:off x="42950" y="0"/>
            <a:ext cx="29421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